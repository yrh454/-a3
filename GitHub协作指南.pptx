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0503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2EA44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&amp; GitHub
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050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协作完全指南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从零开始，30分钟学会团队协作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2011680" cy="2011680"/>
          </a:xfrm>
          <a:prstGeom prst="rect">
            <a:avLst>
              <a:gd name="adj" fmla="val 6818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0972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05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第十五届中国软件杯 A3赛题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和 GitHub 是什么？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两个东西，分工不同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57600" cy="29260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2926080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050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安装在你的电脑上
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 Word 的「修订模式」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记录你每次改了什么代码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可以回到任何一个历史版本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离线也能工作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657600" cy="29260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63040"/>
            <a:ext cx="64008" cy="2926080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A4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12080" y="21945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云端代码托管网站
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像代码版的「百度网盘」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把你的 Git 记录同步到云端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队友可以看到你的代码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代码永远不会丢失
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7863840" cy="411480"/>
          </a:xfrm>
          <a:prstGeom prst="rect">
            <a:avLst>
              <a:gd name="adj" fmla="val 17778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简单说：Git 在你的电脑上记录修改历史，GitHub 把这些历史存到云端让队友同步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协作全景图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一次看懂整个流程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371600" cy="1188720"/>
          </a:xfrm>
          <a:prstGeom prst="rect">
            <a:avLst>
              <a:gd name="adj" fmla="val 6154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写代码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本地编码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0116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11680" y="1828800"/>
            <a:ext cx="1371600" cy="1188720"/>
          </a:xfrm>
          <a:prstGeom prst="rect">
            <a:avLst>
              <a:gd name="adj" fmla="val 6154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2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add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暂存修改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566160" y="1828800"/>
            <a:ext cx="1371600" cy="1188720"/>
          </a:xfrm>
          <a:prstGeom prst="rect">
            <a:avLst>
              <a:gd name="adj" fmla="val 6154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50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commit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保存版本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20640" y="1828800"/>
            <a:ext cx="1371600" cy="1188720"/>
          </a:xfrm>
          <a:prstGeom prst="rect">
            <a:avLst>
              <a:gd name="adj" fmla="val 6154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A4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push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上传云端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01168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75120" y="1828800"/>
            <a:ext cx="1371600" cy="1188720"/>
          </a:xfrm>
          <a:prstGeom prst="rect">
            <a:avLst>
              <a:gd name="adj" fmla="val 6154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371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队友同步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3383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pull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从云端下载队友的最新代码，循环开始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286000" y="3657600"/>
            <a:ext cx="4572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←  ←  每次开始工作前先 pull，拿到队友最新代码  ←  ←  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3749040" cy="822960"/>
          </a:xfrm>
          <a:prstGeom prst="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→ 写代码 → add → commit → push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4206240"/>
            <a:ext cx="3749040" cy="822960"/>
          </a:xfrm>
          <a:prstGeom prst="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2064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队友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→ 写代码 → add → commit → push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第一步：准备工作（只做一次）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一人创建仓库，两人各自配置环境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注册 GitHub 账号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github.com → Sign up → 用邮箱注册 → 记住用户名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安装 Git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 git-scm.com → 一路默认安装 → 右键出现「Git Bash Here」即成功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创建仓库（你来做）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右上角 + → New repository → 名字+Private → 创建 → Settings → Collaborators → 邀请队友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各自克隆到本地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80160" y="4434840"/>
            <a:ext cx="6583680" cy="594360"/>
          </a:xfrm>
          <a:prstGeom prst="rect">
            <a:avLst/>
          </a:prstGeom>
          <a:solidFill>
            <a:srgbClr val="000000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17320" y="4526280"/>
            <a:ext cx="63093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https://github.com/用户名/仓库名.git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4761738"/>
            <a:ext cx="630936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Git Bash 中执行，会把整个项目下载到你电脑上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日常操作流程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每次写代码都这么做，养成习惯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54480" cy="2926080"/>
          </a:xfrm>
          <a:prstGeom prst="rect">
            <a:avLst>
              <a:gd name="adj" fmla="val 4706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pull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拉取队友最新代码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1371600" cy="1188720"/>
          </a:xfrm>
          <a:prstGeom prst="rect">
            <a:avLst/>
          </a:prstGeom>
          <a:solidFill>
            <a:srgbClr val="000000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108960"/>
            <a:ext cx="10972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71316"/>
            <a:ext cx="1097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011680" y="1371600"/>
            <a:ext cx="1554480" cy="2926080"/>
          </a:xfrm>
          <a:prstGeom prst="rect">
            <a:avLst>
              <a:gd name="adj" fmla="val 4706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1554480"/>
            <a:ext cx="548640" cy="548640"/>
          </a:xfrm>
          <a:prstGeom prst="ellipse">
            <a:avLst/>
          </a:prstGeom>
          <a:solidFill>
            <a:srgbClr val="F0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0312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写代码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正常编码开发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03120" y="3017520"/>
            <a:ext cx="1371600" cy="1188720"/>
          </a:xfrm>
          <a:prstGeom prst="rect">
            <a:avLst/>
          </a:prstGeom>
          <a:solidFill>
            <a:srgbClr val="000000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40280" y="3108960"/>
            <a:ext cx="10972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写你的代码...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3671316"/>
            <a:ext cx="1097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749040" y="1371600"/>
            <a:ext cx="1554480" cy="2926080"/>
          </a:xfrm>
          <a:prstGeom prst="rect">
            <a:avLst>
              <a:gd name="adj" fmla="val 4706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1554480"/>
            <a:ext cx="548640" cy="5486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4048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2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add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标记改动的文件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0" y="3017520"/>
            <a:ext cx="1371600" cy="1188720"/>
          </a:xfrm>
          <a:prstGeom prst="rect">
            <a:avLst/>
          </a:prstGeom>
          <a:solidFill>
            <a:srgbClr val="000000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77640" y="3108960"/>
            <a:ext cx="10972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77640" y="3671316"/>
            <a:ext cx="1097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486400" y="1371600"/>
            <a:ext cx="1554480" cy="2926080"/>
          </a:xfrm>
          <a:prstGeom prst="rect">
            <a:avLst>
              <a:gd name="adj" fmla="val 4706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1554480"/>
            <a:ext cx="548640" cy="548640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7784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50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778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保存版本快照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3017520"/>
            <a:ext cx="1371600" cy="1188720"/>
          </a:xfrm>
          <a:prstGeom prst="rect">
            <a:avLst/>
          </a:prstGeom>
          <a:solidFill>
            <a:srgbClr val="000000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15000" y="3108960"/>
            <a:ext cx="10972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"说明"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15000" y="3671316"/>
            <a:ext cx="1097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223760" y="1371600"/>
            <a:ext cx="1554480" cy="2926080"/>
          </a:xfrm>
          <a:prstGeom prst="rect">
            <a:avLst>
              <a:gd name="adj" fmla="val 4706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726680" y="1554480"/>
            <a:ext cx="548640" cy="548640"/>
          </a:xfrm>
          <a:prstGeom prst="ellipse">
            <a:avLst/>
          </a:prstGeom>
          <a:solidFill>
            <a:srgbClr val="2EA44F"/>
          </a:solidFill>
          <a:ln/>
        </p:spPr>
      </p:sp>
      <p:sp>
        <p:nvSpPr>
          <p:cNvPr id="43" name="Text 41"/>
          <p:cNvSpPr/>
          <p:nvPr/>
        </p:nvSpPr>
        <p:spPr>
          <a:xfrm>
            <a:off x="7726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31520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A4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push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152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上传到 GitHub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15200" y="3017520"/>
            <a:ext cx="1371600" cy="1188720"/>
          </a:xfrm>
          <a:prstGeom prst="rect">
            <a:avLst/>
          </a:prstGeom>
          <a:solidFill>
            <a:srgbClr val="000000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452360" y="3108960"/>
            <a:ext cx="10972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52360" y="3671316"/>
            <a:ext cx="1097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480560"/>
            <a:ext cx="8229600" cy="457200"/>
          </a:xfrm>
          <a:prstGeom prst="rect">
            <a:avLst>
              <a:gd name="adj" fmla="val 16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记忆口诀：开工先拉(pull)，完工就推(push)，commit 写清楚改了啥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分支协作模式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各自独立开发，互不干扰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914400"/>
          </a:xfrm>
          <a:prstGeom prst="rect">
            <a:avLst>
              <a:gd name="adj" fmla="val 8000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A4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 分支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稳定版本，只放验证过的代码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2286000" cy="914400"/>
          </a:xfrm>
          <a:prstGeom prst="rect">
            <a:avLst>
              <a:gd name="adj" fmla="val 8000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0" y="1371600"/>
            <a:ext cx="54864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你的分支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feature/backend-api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2286000" cy="914400"/>
          </a:xfrm>
          <a:prstGeom prst="rect">
            <a:avLst>
              <a:gd name="adj" fmla="val 8000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1371600"/>
            <a:ext cx="54864" cy="91440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71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队友的分支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feature/frontend-ui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创建分支</a:t>
            </a:r>
            <a:pPr indent="0" marL="0">
              <a:buNone/>
            </a:pPr>
            <a:r>
              <a:rPr lang="en-US" sz="11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git checkout -b feature/backend-api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&amp; 提交</a:t>
            </a:r>
            <a:pPr indent="0" marL="0">
              <a:buNone/>
            </a:pPr>
            <a:r>
              <a:rPr lang="en-US" sz="11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git add . → git commit → git push -u origin feature/backend-api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发起 Pull Request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在 GitHub 网页上点「Pull Request」请求合并到 main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合并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队友审查代码 → 没问题就点「Merge pull request」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切回 main 同步</a:t>
            </a:r>
            <a:pPr indent="0" marL="0">
              <a:buNone/>
            </a:pPr>
            <a:r>
              <a:rPr lang="en-US" sz="11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git checkout main → git pull</a:t>
            </a:r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黄金法则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做到这四条，基本不会出问题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>
              <a:gd name="adj" fmla="val 9412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每次开工先 Pull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写代码前执行 git pull，拿到队友最新代码，避免冲突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777240"/>
          </a:xfrm>
          <a:prstGeom prst="rect">
            <a:avLst>
              <a:gd name="adj" fmla="val 9412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54864" cy="777240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写完一个功能就提交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不要攒一大坨一起提交，小步快跑，出问题容易定位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777240"/>
          </a:xfrm>
          <a:prstGeom prst="rect">
            <a:avLst>
              <a:gd name="adj" fmla="val 9412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54864" cy="777240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A4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信息写明白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写好「实现了画像对话流程」而不是「改了点东西」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777240"/>
          </a:xfrm>
          <a:prstGeom prst="rect">
            <a:avLst>
              <a:gd name="adj" fmla="val 9412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148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⬆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71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每天结束前 Push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526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代码推上云端才安全，电脑坏了也不怕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万一冲突了怎么办？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不慌，三步搞定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194560"/>
          </a:xfrm>
          <a:prstGeom prst="rect">
            <a:avLst>
              <a:gd name="adj" fmla="val 3333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git pull 后看到这个：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56616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1168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你的代码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队友的代码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队友的提交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这叫「冲突」— 两人改了同一个文件的同一行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2194560"/>
          </a:xfrm>
          <a:prstGeom prst="rect">
            <a:avLst>
              <a:gd name="adj" fmla="val 3333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A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处理步骤：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跟队友沟通，决定保留谁的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手动删掉 &lt;&lt;&lt; === &gt;&gt;&gt; 标记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→ git commit → git push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1097280"/>
          </a:xfrm>
          <a:prstGeom prst="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如何避免冲突？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用分支各自开发不同模块（你写后端，他写前端，文件不重叠）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每次开工前先 pull，把冲突扼杀在摇篮里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小步提交，不要攒一大堆才提交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我们的分工方案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前后端分离，分支各自开发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77640" cy="3200400"/>
          </a:xfrm>
          <a:prstGeom prst="rect">
            <a:avLst>
              <a:gd name="adj" fmla="val 2286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77640" cy="54864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  后端（你）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分支：feature/backend-api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后端框架搭建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多智能体系统实现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数据库设计与管理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接口开发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大模型接入与 RAG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部署配置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77640" cy="3200400"/>
          </a:xfrm>
          <a:prstGeom prst="rect">
            <a:avLst>
              <a:gd name="adj" fmla="val 2286"/>
            </a:avLst>
          </a:prstGeom>
          <a:solidFill>
            <a:srgbClr val="21262D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3977640" cy="54864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71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前端（队友）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分支：feature/frontend-ui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框架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页面布局与路由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对话交互组件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资源展示组件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知识图谱可视化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响应式适配
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320040"/>
          </a:xfrm>
          <a:prstGeom prst="rect">
            <a:avLst>
              <a:gd name="adj" fmla="val 2285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各自在分支上开发 → 完成后发起 Pull Request → 互相 Review 代码 → 合并到 main → 继续下一个功能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命令速查表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731520" cy="36576"/>
          </a:xfrm>
          <a:prstGeom prst="rect">
            <a:avLst/>
          </a:prstGeom>
          <a:solidFill>
            <a:srgbClr val="F050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保存这一页，随时查阅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pull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下载队友最新代码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status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查看自己改了什么文件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.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标记所有修改，准备提交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commit -m "说明"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保存一个版本快照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push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上传到 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log --oneline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查看提交历史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checkout -b 分支名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创建并切换到新分支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checkout main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切换回主分支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branch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查看所有分支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A4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merge 分支名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把分支合并到当前分支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754880"/>
            <a:ext cx="8229600" cy="320040"/>
          </a:xfrm>
          <a:prstGeom prst="rect">
            <a:avLst>
              <a:gd name="adj" fmla="val 2285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更多帮助：git --help    |    遇到问题直接截图问我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Git/GitHub 协作完全指南</dc:title>
  <dc:subject>PptxGenJS Presentation</dc:subject>
  <dc:creator>Team Lead</dc:creator>
  <cp:lastModifiedBy>Team Lead</cp:lastModifiedBy>
  <cp:revision>1</cp:revision>
  <dcterms:created xsi:type="dcterms:W3CDTF">2026-06-07T01:07:40Z</dcterms:created>
  <dcterms:modified xsi:type="dcterms:W3CDTF">2026-06-07T01:07:40Z</dcterms:modified>
</cp:coreProperties>
</file>